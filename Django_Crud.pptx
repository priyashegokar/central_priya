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6" r:id="rId2"/>
    <p:sldId id="277" r:id="rId3"/>
    <p:sldId id="278" r:id="rId4"/>
    <p:sldId id="266" r:id="rId5"/>
    <p:sldId id="281" r:id="rId6"/>
    <p:sldId id="283" r:id="rId7"/>
    <p:sldId id="285" r:id="rId8"/>
    <p:sldId id="284" r:id="rId9"/>
    <p:sldId id="267" r:id="rId10"/>
    <p:sldId id="269" r:id="rId11"/>
    <p:sldId id="274" r:id="rId12"/>
    <p:sldId id="279" r:id="rId13"/>
    <p:sldId id="280" r:id="rId14"/>
    <p:sldId id="282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FC2BD-7B2D-4846-B506-2EFD58668674}" type="datetimeFigureOut">
              <a:rPr lang="en-US" smtClean="0"/>
              <a:pPr/>
              <a:t>12/21/2018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4283E-A85E-4D4C-9AE7-644A7E0F182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cover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FC2BD-7B2D-4846-B506-2EFD58668674}" type="datetimeFigureOut">
              <a:rPr lang="en-US" smtClean="0"/>
              <a:pPr/>
              <a:t>12/21/2018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4283E-A85E-4D4C-9AE7-644A7E0F182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>
    <p:cover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FC2BD-7B2D-4846-B506-2EFD58668674}" type="datetimeFigureOut">
              <a:rPr lang="en-US" smtClean="0"/>
              <a:pPr/>
              <a:t>12/21/2018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4283E-A85E-4D4C-9AE7-644A7E0F182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cover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FC2BD-7B2D-4846-B506-2EFD58668674}" type="datetimeFigureOut">
              <a:rPr lang="en-US" smtClean="0"/>
              <a:pPr/>
              <a:t>12/21/2018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4283E-A85E-4D4C-9AE7-644A7E0F182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>
    <p:cover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FC2BD-7B2D-4846-B506-2EFD58668674}" type="datetimeFigureOut">
              <a:rPr lang="en-US" smtClean="0"/>
              <a:pPr/>
              <a:t>12/21/2018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4283E-A85E-4D4C-9AE7-644A7E0F182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>
    <p:cover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FC2BD-7B2D-4846-B506-2EFD58668674}" type="datetimeFigureOut">
              <a:rPr lang="en-US" smtClean="0"/>
              <a:pPr/>
              <a:t>12/21/2018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4283E-A85E-4D4C-9AE7-644A7E0F182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>
    <p:cover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FC2BD-7B2D-4846-B506-2EFD58668674}" type="datetimeFigureOut">
              <a:rPr lang="en-US" smtClean="0"/>
              <a:pPr/>
              <a:t>12/21/2018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4283E-A85E-4D4C-9AE7-644A7E0F182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>
    <p:cover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FC2BD-7B2D-4846-B506-2EFD58668674}" type="datetimeFigureOut">
              <a:rPr lang="en-US" smtClean="0"/>
              <a:pPr/>
              <a:t>12/21/2018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4283E-A85E-4D4C-9AE7-644A7E0F182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>
    <p:cover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FC2BD-7B2D-4846-B506-2EFD58668674}" type="datetimeFigureOut">
              <a:rPr lang="en-US" smtClean="0"/>
              <a:pPr/>
              <a:t>12/21/2018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D3A4283E-A85E-4D4C-9AE7-644A7E0F182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dirty="0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cover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FC2BD-7B2D-4846-B506-2EFD58668674}" type="datetimeFigureOut">
              <a:rPr lang="en-US" smtClean="0"/>
              <a:pPr/>
              <a:t>12/21/2018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4283E-A85E-4D4C-9AE7-644A7E0F182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>
    <p:cover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FC2BD-7B2D-4846-B506-2EFD58668674}" type="datetimeFigureOut">
              <a:rPr lang="en-US" smtClean="0"/>
              <a:pPr/>
              <a:t>12/21/2018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4283E-A85E-4D4C-9AE7-644A7E0F182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>
    <p:cover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9FDFC2BD-7B2D-4846-B506-2EFD58668674}" type="datetimeFigureOut">
              <a:rPr lang="en-US" smtClean="0"/>
              <a:pPr/>
              <a:t>12/21/2018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D3A4283E-A85E-4D4C-9AE7-644A7E0F1820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dirty="0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cover dir="d"/>
  </p:transition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Some important Definitions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r>
              <a:rPr lang="en-IN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What is virtual environment ?</a:t>
            </a:r>
          </a:p>
          <a:p>
            <a:pPr algn="just"/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virtual environment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is a way for you to have </a:t>
            </a:r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multiple versions of python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on your machine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without them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clashing with each other, </a:t>
            </a: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each </a:t>
            </a:r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version can be considered as a development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environment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and you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can have different versions of python libraries and modules all isolated from one another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cover dir="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458200" cy="4389120"/>
          </a:xfrm>
        </p:spPr>
        <p:txBody>
          <a:bodyPr>
            <a:noAutofit/>
          </a:bodyPr>
          <a:lstStyle/>
          <a:p>
            <a:r>
              <a:rPr lang="en-IN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Importance of virtual environment.</a:t>
            </a:r>
          </a:p>
          <a:p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Say, if you’re working on an open source project that uses </a:t>
            </a:r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Django </a:t>
            </a:r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1.7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but locally, you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installed </a:t>
            </a:r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Django </a:t>
            </a:r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2.0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for other project. </a:t>
            </a: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It’s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almost impossible for you to contribute to open source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because you’ll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get a lot of errors due to the difference in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Django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versions. </a:t>
            </a: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you decide to downgrade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Django </a:t>
            </a:r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1.7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then you can’t work on your project anymore because that depend on </a:t>
            </a:r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Django 2.0.</a:t>
            </a:r>
          </a:p>
          <a:p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cover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66800"/>
            <a:ext cx="8458200" cy="5334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IN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Importance of virtual environment.</a:t>
            </a:r>
          </a:p>
          <a:p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Virtual </a:t>
            </a:r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environment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lets you handle this situation by creating a separate virtual(development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buNone/>
            </a:pPr>
            <a:r>
              <a:rPr lang="en-IN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What is Context?:</a:t>
            </a:r>
            <a:endParaRPr lang="en-IN" sz="28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A context is a </a:t>
            </a:r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dict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that will be used to render a page from a template. All context keys are valid template variables.</a:t>
            </a:r>
          </a:p>
          <a:p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To display a user name in your template, suppose you provide the username in your context, you could do:</a:t>
            </a:r>
          </a:p>
          <a:p>
            <a:pPr>
              <a:buNone/>
            </a:pPr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	Example: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Hello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{{ username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}}</a:t>
            </a: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cover dir="d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638800"/>
          </a:xfrm>
        </p:spPr>
        <p:txBody>
          <a:bodyPr>
            <a:normAutofit/>
          </a:bodyPr>
          <a:lstStyle/>
          <a:p>
            <a:r>
              <a:rPr lang="en-IN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IN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Hello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{{ user.username }}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can be used to get user['username'] or user.username</a:t>
            </a:r>
          </a:p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&lt;a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hef="{{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post. title }}"&gt;{{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user.username }}&lt;/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a&gt;</a:t>
            </a:r>
          </a:p>
          <a:p>
            <a:pPr>
              <a:buNone/>
            </a:pPr>
            <a:r>
              <a:rPr lang="en-IN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What is Template tags?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Template tags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are helpers to the template. Suppose you have an iterable with a list of objects in your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context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	{%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for object in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objects list%}</a:t>
            </a:r>
            <a:endParaRPr lang="en-IN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{{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object }}</a:t>
            </a:r>
          </a:p>
          <a:p>
            <a:pPr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	{%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endfor %}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would render them.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From HTML page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cover dir="d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990600"/>
            <a:ext cx="8229600" cy="438912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Templates are not meant for programming</a:t>
            </a:r>
            <a:r>
              <a:rPr lang="en-IN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buNone/>
            </a:pPr>
            <a:endParaRPr lang="en-IN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One of the core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Django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philosophy is that templates are meant for rendering the context and optionally making a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few changes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only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Templates should not be used for handling complex queries or operations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They are used to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keep the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program in modern designing of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the website separate. 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cover dir="d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idx="1"/>
          </p:nvPr>
        </p:nvSpPr>
        <p:spPr>
          <a:xfrm>
            <a:off x="457200" y="838200"/>
            <a:ext cx="8382000" cy="5486400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What is url?</a:t>
            </a:r>
          </a:p>
          <a:p>
            <a:pPr algn="just"/>
            <a:r>
              <a:rPr lang="en-IN" sz="2700" dirty="0" smtClean="0">
                <a:latin typeface="Times New Roman" pitchFamily="18" charset="0"/>
                <a:cs typeface="Times New Roman" pitchFamily="18" charset="0"/>
              </a:rPr>
              <a:t>A URL is a web address. You can see a URL every time you visit a website – it is visible in your browser's address bar. (Yes! </a:t>
            </a:r>
            <a:r>
              <a:rPr lang="en-IN" sz="2700" b="1" dirty="0" smtClean="0">
                <a:latin typeface="Times New Roman" pitchFamily="18" charset="0"/>
                <a:cs typeface="Times New Roman" pitchFamily="18" charset="0"/>
              </a:rPr>
              <a:t>127.0.0.1:8000</a:t>
            </a:r>
            <a:r>
              <a:rPr lang="en-IN" sz="2700" dirty="0" smtClean="0">
                <a:latin typeface="Times New Roman" pitchFamily="18" charset="0"/>
                <a:cs typeface="Times New Roman" pitchFamily="18" charset="0"/>
              </a:rPr>
              <a:t> is a URL! And </a:t>
            </a:r>
            <a:r>
              <a:rPr lang="en-IN" sz="2700" b="1" dirty="0" smtClean="0">
                <a:latin typeface="Times New Roman" pitchFamily="18" charset="0"/>
                <a:cs typeface="Times New Roman" pitchFamily="18" charset="0"/>
              </a:rPr>
              <a:t>https://</a:t>
            </a:r>
            <a:r>
              <a:rPr lang="en-IN" sz="2700" b="1" dirty="0" smtClean="0">
                <a:latin typeface="Times New Roman" pitchFamily="18" charset="0"/>
                <a:cs typeface="Times New Roman" pitchFamily="18" charset="0"/>
              </a:rPr>
              <a:t>djangodocs.org</a:t>
            </a:r>
            <a:r>
              <a:rPr lang="en-IN" sz="2700" dirty="0" smtClean="0">
                <a:latin typeface="Times New Roman" pitchFamily="18" charset="0"/>
                <a:cs typeface="Times New Roman" pitchFamily="18" charset="0"/>
              </a:rPr>
              <a:t> is also a </a:t>
            </a:r>
            <a:r>
              <a:rPr lang="en-IN" sz="2700" dirty="0" smtClean="0">
                <a:latin typeface="Times New Roman" pitchFamily="18" charset="0"/>
                <a:cs typeface="Times New Roman" pitchFamily="18" charset="0"/>
              </a:rPr>
              <a:t>URL.</a:t>
            </a:r>
          </a:p>
          <a:p>
            <a:pPr algn="just">
              <a:buNone/>
            </a:pPr>
            <a:endParaRPr lang="en-IN" sz="27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700" dirty="0" smtClean="0">
                <a:latin typeface="Times New Roman" pitchFamily="18" charset="0"/>
                <a:cs typeface="Times New Roman" pitchFamily="18" charset="0"/>
              </a:rPr>
              <a:t>Every </a:t>
            </a:r>
            <a:r>
              <a:rPr lang="en-IN" sz="2700" dirty="0" smtClean="0">
                <a:latin typeface="Times New Roman" pitchFamily="18" charset="0"/>
                <a:cs typeface="Times New Roman" pitchFamily="18" charset="0"/>
              </a:rPr>
              <a:t>page on the Internet needs its own URL. This way your application knows what it should show to a user who opens that URL. </a:t>
            </a:r>
            <a:endParaRPr lang="en-IN" sz="27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cover dir="d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idx="1"/>
          </p:nvPr>
        </p:nvSpPr>
        <p:spPr>
          <a:xfrm>
            <a:off x="457200" y="838200"/>
            <a:ext cx="8382000" cy="5486400"/>
          </a:xfrm>
        </p:spPr>
        <p:txBody>
          <a:bodyPr>
            <a:noAutofit/>
          </a:bodyPr>
          <a:lstStyle/>
          <a:p>
            <a:pPr>
              <a:buNone/>
            </a:pPr>
            <a:endParaRPr lang="en-IN" sz="27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700" dirty="0" smtClean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IN" sz="2700" dirty="0" smtClean="0">
                <a:latin typeface="Times New Roman" pitchFamily="18" charset="0"/>
                <a:cs typeface="Times New Roman" pitchFamily="18" charset="0"/>
              </a:rPr>
              <a:t>Django, we use something called URLconf (URL configuration). URLconf is a set of patterns that Django will try to match the requested URL to find the correct </a:t>
            </a:r>
            <a:r>
              <a:rPr lang="en-IN" sz="2700" dirty="0" smtClean="0">
                <a:latin typeface="Times New Roman" pitchFamily="18" charset="0"/>
                <a:cs typeface="Times New Roman" pitchFamily="18" charset="0"/>
              </a:rPr>
              <a:t>view</a:t>
            </a:r>
          </a:p>
          <a:p>
            <a:pPr algn="just"/>
            <a:endParaRPr lang="en-IN" sz="27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7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 algn="just">
              <a:buNone/>
            </a:pPr>
            <a:r>
              <a:rPr lang="en-US" sz="27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url(r</a:t>
            </a:r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'^list/(?P&lt;year&gt;[0-9]{4})/$',views.&lt;view name</a:t>
            </a:r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&gt;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</p:spTree>
  </p:cSld>
  <p:clrMapOvr>
    <a:masterClrMapping/>
  </p:clrMapOvr>
  <p:transition>
    <p:cover dir="d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idx="1"/>
          </p:nvPr>
        </p:nvSpPr>
        <p:spPr>
          <a:xfrm>
            <a:off x="457200" y="838200"/>
            <a:ext cx="8382000" cy="5486400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What is path?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path() is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 function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that allows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a simpler, more readable URL routing syntax. 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example, this example from previous Django releases:</a:t>
            </a:r>
          </a:p>
          <a:p>
            <a:pPr>
              <a:buNone/>
            </a:pP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  url(r'^list/(?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P&lt;year&gt;[0-9]{4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})/$',views.&lt;view name&gt;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buNone/>
            </a:pP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Above url could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be written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as  follows by using path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path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(‘list/&lt;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int:year&gt;/', views.year_archive),</a:t>
            </a:r>
          </a:p>
          <a:p>
            <a:endParaRPr lang="en-US" sz="28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cover dir="d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4102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Reverse function():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 reverse() function can reverse a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URL(path)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patterns for URLs, but not every possible one.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Ex:from django.urls import reverse</a:t>
            </a:r>
          </a:p>
          <a:p>
            <a:pPr>
              <a:buNone/>
            </a:pP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Reverse lazy()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lazily evaluated version of reverse().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is useful for when you need to use a URL reversal before your project’s URLConf is loaded. Some common cases where this function is necessary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are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Example :Delete Operation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cover dir="d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25780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Get_absolute_url()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Get_absolute_url() method to tell Django how to calculate the URL for an object.  This method should appear to return a string that can be used to refer to the object over HTTP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For example:</a:t>
            </a:r>
          </a:p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def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get_absolute_url(self): </a:t>
            </a:r>
          </a:p>
          <a:p>
            <a:pPr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		return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cover dir="d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idx="1"/>
          </p:nvPr>
        </p:nvSpPr>
        <p:spPr>
          <a:xfrm>
            <a:off x="457200" y="838200"/>
            <a:ext cx="8382000" cy="5486400"/>
          </a:xfrm>
        </p:spPr>
        <p:txBody>
          <a:bodyPr>
            <a:noAutofit/>
          </a:bodyPr>
          <a:lstStyle/>
          <a:p>
            <a:r>
              <a:rPr lang="en-IN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Common </a:t>
            </a:r>
            <a:r>
              <a:rPr lang="en-IN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template tags </a:t>
            </a:r>
            <a:r>
              <a:rPr lang="en-IN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and template inheritance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Some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template tags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we will use in our application:</a:t>
            </a:r>
          </a:p>
          <a:p>
            <a:pPr>
              <a:buNone/>
            </a:pPr>
            <a:r>
              <a:rPr lang="en-IN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Example:</a:t>
            </a:r>
            <a:endParaRPr lang="en-IN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This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template tag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takes a named url or view function and renders the url as found by reverse</a:t>
            </a:r>
          </a:p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For example:</a:t>
            </a:r>
          </a:p>
          <a:p>
            <a:pPr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&lt;a href="{%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url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‘list'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%}"&gt;View All&lt;/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a&gt;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also takes arguments: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&lt;a href="{%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url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‘details’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paste.id %}"&gt;{{ paste }}&lt;/a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&gt;</a:t>
            </a:r>
            <a:endParaRPr lang="en-IN" b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cover dir="d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idx="1"/>
          </p:nvPr>
        </p:nvSpPr>
        <p:spPr>
          <a:xfrm>
            <a:off x="457200" y="838200"/>
            <a:ext cx="8382000" cy="5486400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What is url?</a:t>
            </a:r>
          </a:p>
          <a:p>
            <a:pPr algn="just"/>
            <a:r>
              <a:rPr lang="en-IN" sz="2700" dirty="0" smtClean="0">
                <a:latin typeface="Times New Roman" pitchFamily="18" charset="0"/>
                <a:cs typeface="Times New Roman" pitchFamily="18" charset="0"/>
              </a:rPr>
              <a:t>A URL is a web address. You can see a URL every time you visit a website – it is visible in your browser's address bar. (Yes! </a:t>
            </a:r>
            <a:r>
              <a:rPr lang="en-IN" sz="2700" b="1" dirty="0" smtClean="0">
                <a:latin typeface="Times New Roman" pitchFamily="18" charset="0"/>
                <a:cs typeface="Times New Roman" pitchFamily="18" charset="0"/>
              </a:rPr>
              <a:t>127.0.0.1:8000</a:t>
            </a:r>
            <a:r>
              <a:rPr lang="en-IN" sz="2700" dirty="0" smtClean="0">
                <a:latin typeface="Times New Roman" pitchFamily="18" charset="0"/>
                <a:cs typeface="Times New Roman" pitchFamily="18" charset="0"/>
              </a:rPr>
              <a:t> is a URL! And </a:t>
            </a:r>
            <a:r>
              <a:rPr lang="en-IN" sz="2700" b="1" dirty="0" smtClean="0">
                <a:latin typeface="Times New Roman" pitchFamily="18" charset="0"/>
                <a:cs typeface="Times New Roman" pitchFamily="18" charset="0"/>
              </a:rPr>
              <a:t>https://</a:t>
            </a:r>
            <a:r>
              <a:rPr lang="en-IN" sz="2700" b="1" dirty="0" smtClean="0">
                <a:latin typeface="Times New Roman" pitchFamily="18" charset="0"/>
                <a:cs typeface="Times New Roman" pitchFamily="18" charset="0"/>
              </a:rPr>
              <a:t>djangodocs.org</a:t>
            </a:r>
            <a:r>
              <a:rPr lang="en-IN" sz="2700" dirty="0" smtClean="0">
                <a:latin typeface="Times New Roman" pitchFamily="18" charset="0"/>
                <a:cs typeface="Times New Roman" pitchFamily="18" charset="0"/>
              </a:rPr>
              <a:t> is also a </a:t>
            </a:r>
            <a:r>
              <a:rPr lang="en-IN" sz="2700" dirty="0" smtClean="0">
                <a:latin typeface="Times New Roman" pitchFamily="18" charset="0"/>
                <a:cs typeface="Times New Roman" pitchFamily="18" charset="0"/>
              </a:rPr>
              <a:t>URL.</a:t>
            </a:r>
          </a:p>
          <a:p>
            <a:pPr algn="just"/>
            <a:r>
              <a:rPr lang="en-IN" sz="2700" dirty="0" smtClean="0">
                <a:latin typeface="Times New Roman" pitchFamily="18" charset="0"/>
                <a:cs typeface="Times New Roman" pitchFamily="18" charset="0"/>
              </a:rPr>
              <a:t>Every </a:t>
            </a:r>
            <a:r>
              <a:rPr lang="en-IN" sz="2700" dirty="0" smtClean="0">
                <a:latin typeface="Times New Roman" pitchFamily="18" charset="0"/>
                <a:cs typeface="Times New Roman" pitchFamily="18" charset="0"/>
              </a:rPr>
              <a:t>page on the Internet needs its own URL. This way your application knows what it should show to a user who opens that URL. </a:t>
            </a:r>
            <a:endParaRPr lang="en-IN" sz="27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700" dirty="0" smtClean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IN" sz="2700" dirty="0" smtClean="0">
                <a:latin typeface="Times New Roman" pitchFamily="18" charset="0"/>
                <a:cs typeface="Times New Roman" pitchFamily="18" charset="0"/>
              </a:rPr>
              <a:t>Django, we use something called URLconf (URL configuration). URLconf is a set of patterns that Django will try to match the requested URL to find the correct view</a:t>
            </a:r>
            <a:endParaRPr lang="en-IN" sz="27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cover dir="d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idx="1"/>
          </p:nvPr>
        </p:nvSpPr>
        <p:spPr>
          <a:xfrm>
            <a:off x="457200" y="838200"/>
            <a:ext cx="8382000" cy="5486400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What is path?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The new 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path() is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 function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that allows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a simpler, more readable URL routing syntax. 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example, this example from previous Django releases:</a:t>
            </a:r>
          </a:p>
          <a:p>
            <a:pPr>
              <a:buNone/>
            </a:pP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  url(r'^list/(?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P&lt;year&gt;[0-9]{4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})/$',views.&lt;view name&gt;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buNone/>
            </a:pP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Above url could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be written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as  follows by using path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path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(‘list/&lt;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int:year&gt;/', views.year_archive),</a:t>
            </a:r>
          </a:p>
          <a:p>
            <a:endParaRPr lang="en-US" sz="28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cover dir="d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idx="1"/>
          </p:nvPr>
        </p:nvSpPr>
        <p:spPr>
          <a:xfrm>
            <a:off x="457200" y="838200"/>
            <a:ext cx="8382000" cy="5486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What is Query set?</a:t>
            </a:r>
          </a:p>
          <a:p>
            <a:pPr>
              <a:buNone/>
            </a:pPr>
            <a:endParaRPr lang="en-US" sz="28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base"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Query Set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is, in essence, a list of objects of a given </a:t>
            </a:r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Model.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Query Sets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allow you to read the data from the database, filter it and order it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 </a:t>
            </a: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pPr fontAlgn="base">
              <a:buNone/>
            </a:pP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 fontAlgn="base">
              <a:buFont typeface="Arial" pitchFamily="34" charset="0"/>
              <a:buChar char="•"/>
            </a:pPr>
            <a:r>
              <a:rPr lang="en-IN" sz="2800" dirty="0" smtClean="0"/>
              <a:t>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Query Set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 can be constructed, filtered, sliced, and generally passed around without actually hitting the database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 fontAlgn="base">
              <a:buFont typeface="Arial" pitchFamily="34" charset="0"/>
              <a:buChar char="•"/>
            </a:pP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pPr fontAlgn="base">
              <a:buNone/>
            </a:pP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8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8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cover dir="d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171</TotalTime>
  <Words>529</Words>
  <Application>Microsoft Office PowerPoint</Application>
  <PresentationFormat>On-screen Show (4:3)</PresentationFormat>
  <Paragraphs>89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Flow</vt:lpstr>
      <vt:lpstr>Some important Definitions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srinu</dc:creator>
  <cp:lastModifiedBy>qwertyui</cp:lastModifiedBy>
  <cp:revision>30</cp:revision>
  <dcterms:created xsi:type="dcterms:W3CDTF">2018-08-17T16:05:14Z</dcterms:created>
  <dcterms:modified xsi:type="dcterms:W3CDTF">2018-12-21T03:34:55Z</dcterms:modified>
</cp:coreProperties>
</file>