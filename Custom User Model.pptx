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AF66-FFD5-4EBF-AB74-275F46B5F423}" type="datetimeFigureOut">
              <a:rPr lang="en-US" smtClean="0"/>
              <a:t>12/30/2018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9EDE-D158-450D-990B-5508865A941F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AF66-FFD5-4EBF-AB74-275F46B5F423}" type="datetimeFigureOut">
              <a:rPr lang="en-US" smtClean="0"/>
              <a:t>12/30/2018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9EDE-D158-450D-990B-5508865A94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AF66-FFD5-4EBF-AB74-275F46B5F423}" type="datetimeFigureOut">
              <a:rPr lang="en-US" smtClean="0"/>
              <a:t>12/30/2018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9EDE-D158-450D-990B-5508865A941F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AF66-FFD5-4EBF-AB74-275F46B5F423}" type="datetimeFigureOut">
              <a:rPr lang="en-US" smtClean="0"/>
              <a:t>12/30/2018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9EDE-D158-450D-990B-5508865A94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AF66-FFD5-4EBF-AB74-275F46B5F423}" type="datetimeFigureOut">
              <a:rPr lang="en-US" smtClean="0"/>
              <a:t>12/30/2018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9EDE-D158-450D-990B-5508865A94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AF66-FFD5-4EBF-AB74-275F46B5F423}" type="datetimeFigureOut">
              <a:rPr lang="en-US" smtClean="0"/>
              <a:t>12/30/2018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9EDE-D158-450D-990B-5508865A94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AF66-FFD5-4EBF-AB74-275F46B5F423}" type="datetimeFigureOut">
              <a:rPr lang="en-US" smtClean="0"/>
              <a:t>12/30/2018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9EDE-D158-450D-990B-5508865A94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AF66-FFD5-4EBF-AB74-275F46B5F423}" type="datetimeFigureOut">
              <a:rPr lang="en-US" smtClean="0"/>
              <a:t>12/30/2018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9EDE-D158-450D-990B-5508865A94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AF66-FFD5-4EBF-AB74-275F46B5F423}" type="datetimeFigureOut">
              <a:rPr lang="en-US" smtClean="0"/>
              <a:t>12/30/2018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2DDF9EDE-D158-450D-990B-5508865A941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AF66-FFD5-4EBF-AB74-275F46B5F423}" type="datetimeFigureOut">
              <a:rPr lang="en-US" smtClean="0"/>
              <a:t>12/30/2018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9EDE-D158-450D-990B-5508865A94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AF66-FFD5-4EBF-AB74-275F46B5F423}" type="datetimeFigureOut">
              <a:rPr lang="en-US" smtClean="0"/>
              <a:t>12/30/2018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9EDE-D158-450D-990B-5508865A94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073AF66-FFD5-4EBF-AB74-275F46B5F423}" type="datetimeFigureOut">
              <a:rPr lang="en-US" smtClean="0"/>
              <a:t>12/30/2018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DDF9EDE-D158-450D-990B-5508865A941F}" type="slidenum">
              <a:rPr lang="en-IN" smtClean="0"/>
              <a:t>‹#›</a:t>
            </a:fld>
            <a:endParaRPr lang="en-IN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034" y="2285992"/>
            <a:ext cx="7851648" cy="1828800"/>
          </a:xfrm>
        </p:spPr>
        <p:txBody>
          <a:bodyPr/>
          <a:lstStyle/>
          <a:p>
            <a:r>
              <a:rPr lang="en-US" dirty="0" smtClean="0"/>
              <a:t>Custom User Model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8" y="1142984"/>
            <a:ext cx="7286676" cy="704104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 Custom User Model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Creating our custom user model requires four steps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Update in settings.py</a:t>
            </a:r>
          </a:p>
          <a:p>
            <a:r>
              <a:rPr lang="en-IN" sz="2800" dirty="0" smtClean="0"/>
              <a:t>AUTH_USER_MODEL=</a:t>
            </a:r>
            <a:r>
              <a:rPr lang="en-IN" sz="2800" b="1" dirty="0" smtClean="0">
                <a:solidFill>
                  <a:srgbClr val="008080"/>
                </a:solidFill>
              </a:rPr>
              <a:t>'</a:t>
            </a:r>
            <a:r>
              <a:rPr lang="en-IN" sz="2800" b="1" dirty="0" err="1" smtClean="0">
                <a:solidFill>
                  <a:srgbClr val="008080"/>
                </a:solidFill>
              </a:rPr>
              <a:t>loginapp.User</a:t>
            </a:r>
            <a:r>
              <a:rPr lang="en-IN" sz="2800" b="1" dirty="0" smtClean="0">
                <a:solidFill>
                  <a:srgbClr val="008080"/>
                </a:solidFill>
              </a:rPr>
              <a:t>'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Create new Custom user model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Update the admin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Create new forms For user creation and userchangeform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1071563"/>
            <a:ext cx="8229600" cy="5253037"/>
          </a:xfrm>
        </p:spPr>
        <p:txBody>
          <a:bodyPr>
            <a:normAutofit/>
          </a:bodyPr>
          <a:lstStyle/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settings.py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we’ll add the users app to our INSTALLED_APPS. Then at the bottom of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the file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use the AUTH_USER_MODEL 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config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to tell Django to use our new custom user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model in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place of the built-in User model. 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We’ll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call our custom user model CustomUser so,</a:t>
            </a: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since it exists within our users app we refer to it as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users. CustomUser.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81616"/>
          </a:xfrm>
        </p:spPr>
        <p:txBody>
          <a:bodyPr>
            <a:normAutofit/>
          </a:bodyPr>
          <a:lstStyle/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Note that we use both null and blank with our age field. These two terms are easy to</a:t>
            </a: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confuse but quite distinct:</a:t>
            </a: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null is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database-related.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When a field has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null=True it can store a database entry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as NULL, meaning no value.</a:t>
            </a: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blank is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validation-related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, if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blank=True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then a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 form will allow an empty value,</a:t>
            </a: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whereas if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blank=False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then a value is required.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785794"/>
            <a:ext cx="8229600" cy="5253054"/>
          </a:xfrm>
        </p:spPr>
        <p:txBody>
          <a:bodyPr>
            <a:normAutofit/>
          </a:bodyPr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AbstractBaseUser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AbstractUser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AbstractBaseUser requires a very fine level of control and customization. We essentially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rewrite Django. This can be helpful, but if we just want a custom user model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that can be updated with additional fields, the better choice is AbstractUser which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subclasses AbstractBaseUser. In other words, we write much less code and have less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opportunity to mess things up. It’s the better choice unless you really know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whatyou’re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doing with Django!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33</TotalTime>
  <Words>255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Flow</vt:lpstr>
      <vt:lpstr>Custom User Model</vt:lpstr>
      <vt:lpstr> Custom User Model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User Model</dc:title>
  <dc:creator>qwertyui</dc:creator>
  <cp:lastModifiedBy>qwertyui</cp:lastModifiedBy>
  <cp:revision>4</cp:revision>
  <dcterms:created xsi:type="dcterms:W3CDTF">2018-12-30T17:09:12Z</dcterms:created>
  <dcterms:modified xsi:type="dcterms:W3CDTF">2018-12-30T17:42:36Z</dcterms:modified>
</cp:coreProperties>
</file>